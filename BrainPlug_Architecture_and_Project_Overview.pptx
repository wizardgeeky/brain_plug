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10332720" cy="50292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137160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2E106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3716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1920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PLUG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AI Agent SaaS Platform &amp; Real-Time RAG Streaming Engine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2461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Architectural Topology, Vector Knowledge Ingestion, Shadow DOM Live Chat Widget, Cryptographic Security &amp; Customer Relations (CR) Ticketing Subsystems.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4206240"/>
            <a:ext cx="2194560" cy="41148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4206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Next.js 16 App Router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49040" y="4206240"/>
            <a:ext cx="2286000" cy="41148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Google Gemini 2.0 &amp; 1.5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4206240"/>
            <a:ext cx="2103120" cy="41148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206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Logical Multi-Tenancy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503920" y="4206240"/>
            <a:ext cx="2194560" cy="411480"/>
          </a:xfrm>
          <a:prstGeom prst="roundRect">
            <a:avLst>
              <a:gd name="adj" fmla="val 3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42062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AES-256-GCM Security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5029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Engineering Design Specification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&amp; Core Value Proposition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 enterprise challenges in deploying secure, grounded, multi-tenant AI agents.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7F1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The Industry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Fragmented LLM Integrations: High overhead building custom wrappers, memory buffers, and streaming handlers.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31546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Isolation Vulnerabilities: High risk of cross-tenant data leakage in shared database environments.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40233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Hallucinations &amp; Ungrounded Responses: LLMs lacking instant domain knowledge and verifiable source citations.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892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Embedding &amp; Widget Deployments: Host CSS conflicts, bulky dependencies, and rigid styling.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065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The BrainPlug Solution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Unified Multi-Tenant Engine: Turnkey client workspaces, tenant scoping, and full Super Admin operational oversight.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Zero-Leakage Multi-Tenancy: Relational foreign key constraints and dynamic tenant context isolation.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40233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High-Speed RAG Pipeline: Ingests PDF/DOCX/XLSX into 768-dim dense vectors with Cosine Similarity grounding.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48920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Isolated Shadow DOM Chat Widget: 1-line JS embed (&lt;25KB) with closed ShadowRoot and real-time live WYSIWYG editor.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TOPOLOGY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Topology &amp; Tiered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Four-tier decoupled architecture guaranteeing low latency, high throughput, and strict isolation.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8288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CLIENT &amp; UI TIER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Embeddable Widget (widget.js) inside Shadow DOM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Client Workspace (/client/*) for AI config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 Admin Center (/admin/*) for platform telemetry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Developer Docs (/docs) &amp; REST API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18288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GATEWAY &amp; AUTH TIER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0" y="23774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Next.js 16 App Router Edge Route Handlers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Token-Bucket Sliding-Window Rate Limiter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0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CORS &amp; Domain Guard (allowed_domains)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0" y="4983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Verification &amp; Dynamic Tenant Scoper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18288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APPLICATION &amp; AI TIER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0" y="23774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Gemini 2.0 Flash / 1.5 Pro SSE Streamer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Multi-Format Doc Parser (PDF, DOCX, XLSX)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0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text-embedding-004 Generator (768-dim)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4983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 Support Ticketing &amp; SMTP Mailer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6112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98280" y="1828800"/>
            <a:ext cx="2286000" cy="411480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9828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DATA &amp; STORAGE TIER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144000" y="23774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16 Multi-Tenant Database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Prisma ORM with Foreign Key Cascades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0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High-speed JSON Array Vector Math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144000" y="4983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Cloudinary Storage &amp; AES-256-GCM Vault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MULTI-TENANCY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Multi-Tenancy &amp; Data Isolation Model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strict tenant separation with seamless super admin platform management.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Relational Isolation Topology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 A: "Acme Health Corp"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54203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Dedicated Agents (Medical Chatbot, Triage)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84378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Isolated Chunks: [HIPAA_Policy.pdf, FAQs]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314553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Scoped API Keys: bp_live_acme_7f9a...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3447288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Isolated Tickets: #TICK-1001, #TICK-1002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374904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4050792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 B: "FinTech Global Ltd"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4352544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Dedicated Agents (WealthAdvisor AI, KYC)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654296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Isolated Chunks: [TradingRules.xlsx, TaxGuide]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4956048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Scoped API Keys: bp_live_fintech_2e1b...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5257800"/>
            <a:ext cx="4572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Isolated Tickets: #TICK-2001, #TICK-2002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Isolation Principles &amp; Guards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Mandatory Foreign Key Binding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5146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resource table holds a non-nullable tenantId foreign key cascading to tenants.id.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32004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Server Context Verification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4747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client endpoints invoke requireTenantAccess(). Client users are locked strictly to their assigned organization.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4160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Super Admin Clearance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44348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Admins possess platform-wide clearance to inspect cross-tenant health and resolve global support tickets.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5120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🔹 Cryptographic Scoping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53949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inference validates that supplied agentId and apiKey match the exact tenant organization.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RAG Ingestion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enterprise documents to semantic dense vectors in sub-second indexing time.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920240"/>
            <a:ext cx="731520" cy="7315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Multiformat Extraction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text from PDF (pdf-parse), Word DOCX (mammoth), Excel Spreadsheets (xlsx), and TXT/Markdown files.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920240"/>
            <a:ext cx="731520" cy="7315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329184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Splits document text into 500-token chunks with 50-token sliding overlap to maintain semantic continuity.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920240"/>
            <a:ext cx="731520" cy="7315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Generation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29184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Passes each chunk to Google text-embedding-004 producing high-density 768-dimensional float32 vector arrays.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23960" y="164592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38360" y="1920240"/>
            <a:ext cx="731520" cy="73152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6112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Persistence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06840" y="3291840"/>
            <a:ext cx="2194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chunks, embeddings, and metadata in PostgreSQL document_chunks table with tenantId indexing.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Vector Search &amp; Context Grounding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Sub-20ms semantic search retrieving accurate knowledge chunks for prompt augmentation.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Vector Math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 Sim(A, B) = (A · B) / (||A|| * ||B||) = sum(A_i * B_i) / sqrt(sum(A_i^2) * sum(B_i^2))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Query Vectorization: User prompt converted to 768-dim vector in real-time.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35661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In-Memory Dot Product: Evaluated across all agent-assigned document chunks.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4251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Dynamic Threshold Filter: Retains only chunks scoring &gt;= 0.40 similarity threshold.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49377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Dynamic Rerank: Top 5 most relevant passages selected for context injection.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Prompt Construction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 INJECTION: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92240" y="250545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92240" y="27706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Acme Support AI, an intelligent agent.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92240" y="30358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92240" y="330098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INFORMATION (Grounding Documents):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92240" y="35661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Source: return_policy.pdf (Chunk 2, Score: 0.89) ---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92240" y="383133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 can return products within 30 days...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92240" y="40965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0" y="43616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QUERY: "What is the return window?"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92240" y="462686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92240" y="48920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STREAMING RESPONSE: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0" y="515721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 on our policy (return_policy.pdf), products can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92240" y="54223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 returned within 30 days of delivery.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ENGINE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Inference &amp; Server-Sent Events (SSE)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Sub-400ms Time-to-First-Token (TTFT) with real-time SSE protocol.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Token-to-First-Token (TTFT)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380 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Cosine Search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661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ms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10k Chunks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Ingestion Rate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pgs/min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Multi-Format Parser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61120" y="1645920"/>
            <a:ext cx="256032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1737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Widget Footprint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052560" y="1965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25 KB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52560" y="24231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Deps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" y="3017520"/>
            <a:ext cx="10698480" cy="3017520"/>
          </a:xfrm>
          <a:prstGeom prst="roundRect">
            <a:avLst>
              <a:gd name="adj" fmla="val 606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154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(SSE) Protocol Event Lifecycle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"start" Event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566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{"type":"start","conversationId":"3fa85...","sources":[{"fileName":"policy.pdf"}]}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0" y="3566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Dispatched instantly upon auth validation. Hands active citation sources to client UI.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584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"token" Stream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4343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{"type":"token","content":"Our"} ... data: {"type":"token","content":" standard"} ...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772400" y="4343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incremental chunks as Gemini tokens are produced. Zero buffer latency.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0584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"done" Event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5120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{"type":"done","conversationId":"3fa85...","latencyMs":342,"usage":{"totalTokens":184}}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72400" y="5120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connection, commits full message record to database, and records telemetry usage event.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WIDGET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Embeddable Shadow DOM Chat Widget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Zero-conflict encapsulation with real-time live customizer and dynamic agent switcher.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DOM Encapsulation &amp; Capabilities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CSS Bleeding: Rendered within closed ShadowRoot (mode: "closed"), completely shielding widget styles from host webpage CSS rules.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1-Line HTML Integration: Injected via lightweight script tag (&lt; 25KB minified) with zero external frameworks.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Markdown &amp; Sources: Renders bold/italic/lists, code blocks, and interactive source citation badges inline.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Agent Switcher: Clients can toggle live test widgets instantly across any of their configured AI agents in the workspace.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521208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Responsive Layout Modes: Adapts seamlessly to floating bubble modal or full-width mobile bottom-sheet drawer.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Code &amp; Real-Time Customization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BrainPlug Instant Web Embed --&gt;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92240" y="247802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92240" y="271576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src="https://api.brainplug.ai/widget.js"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92240" y="29535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data-agent-id="00000000-0000-0000-0000-000000000001"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92240" y="319125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data-api-key="bp_live_a1b2c3d4e5f6g7h8i9j0..."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92240" y="342900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data-primary-color="#7c3aed"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92240" y="366674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data-position="bottom-right"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92240" y="390448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defer&gt;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92240" y="41422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92240" y="4480560"/>
            <a:ext cx="4663440" cy="13716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5720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WYSIWYG Customizer Controls: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0" y="484632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(Bottom Right/Left) • Theme Colors • Launcher Icon (Message/Bot/Sparkles) • Corner Radius (0-24px) • Mobile Bottom-Sheet • Welcome Banner • System Prompt Guidance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Cryptography &amp; Access Control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Defense-in-depth protection covering data at rest, in transit, and in execution context.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Passwordless OTP Auth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6-digit single-use OTP codes dispatched via Nodemailer SMTP relay.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Stored as SHA-256 cryptographic hashes with 5-minute expiry.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Timing-safe hash comparison (crypto.timingSafeEqual) eliminating timing attacks.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AES-256-GCM Vault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2377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Authenticated symmetric encryption with 32-byte secret master key.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Randomized 16-byte initialization vector (IV) per encrypted payload.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0" y="4572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16-byte authentication tag ensuring ciphertext integrity &amp; non-tampering.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API Keys &amp; Domain Guard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23774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Scoped API keys (bp_live_...) hashed via SHA-256 in database.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0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Allowed Domains validation restricts chat execution strictly to approved hostnames.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0" y="4572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Sliding-window token bucket enforces per-IP and per-tenant rate limits.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RELATIONS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Relations (CR) &amp; Support Ticketing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ticketing workflow connecting clients and platform super admins seamlessly.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TICKET CREATION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raises ticket from /client/tickets with priority &amp; category tags.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SMTP ALERTING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Transactional email dispatched to Admin &amp; receipt to Client.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ADMIN TRIAGE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5080" y="21031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inspects at /admin/tickets, posts replies or internal notes.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1645920"/>
            <a:ext cx="2560320" cy="164592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RESOLUTION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98280" y="2103120"/>
            <a:ext cx="2286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set to Resolved/Closed. Full transcript persisted in audit logs.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474720"/>
            <a:ext cx="10789920" cy="256032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611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Ticketing Matrix &amp; 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931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Classification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206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GENERAL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" y="446227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TECHNICAL_ISSUE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05840" y="471830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BILLING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05840" y="4974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AGENT_CONFIG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05840" y="52303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RAG_KNOWLEDGE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05840" y="54864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FEATURE_REQUEST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0" y="3931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Matrix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206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(SLA: 48h)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0" y="446227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MEDIUM (SLA: 24h)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0" y="471830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(SLA: 6h)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0" y="4974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URGENT (SLA: 1h)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0" y="52303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Auto-escalation triggers on SLA breach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15200" y="39319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Messaging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0" y="42062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Threaded message history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15200" y="446227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 Admin Internal Notes (hidden from client)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315200" y="471830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File attachment support via Cloudinary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15200" y="497433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badge indicators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Database Schema &amp; Entities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relational model with strict referential integrity and cascading rules.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&amp; TENANCY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tenants (id, name, slug, status, logo_url)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54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users (id, full_name, email, mobile, status)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user_tenant_roles (user_id, tenant_id, role_id)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489204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892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roles &amp; permissions (code, module)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&amp; RAG KNOWLEDGE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2860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agents (id, tenant_id, name, type, prompt)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315468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154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agent_widget_configs (agent_id, colors, theme)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0" y="402336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documents (id, tenant_id, agent_id, status)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489204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892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document_chunks (id, document_id, embedding)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TELEMETRY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228600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22860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api_keys (id, tenant_id, key_hash, scopes)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229600" y="315468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31546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allowed_domains (agent_id, domain)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229600" y="402336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023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conversations &amp; messages (latency_ms, sources)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29600" y="489204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4892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tickets &amp; ticket_messages (priority, notes)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29600" y="5760720"/>
            <a:ext cx="3108960" cy="73152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1040" y="5760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📦 usage_events &amp; audit_logs (tokens, cost)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REST API &amp; SDK Code Examples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REST interfaces with standards-compliant JSON schemas and cURL / Node.js SDKs.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Terminal Command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https://api.brainplug.ai/api/v1/chat \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05840" y="2532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"Content-Type: application/json" \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8254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"Authorization: Bearer bp_live_secret_key" \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3118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34107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"agentId": "00000000-0000-0000-0000-000000000001",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"message": "What is our warranty policy?",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05840" y="3995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"stream": true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05840" y="428853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}'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05840" y="4663440"/>
            <a:ext cx="4572000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75488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Endpoints: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88720" y="49834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POST /api/v1/chat (Streaming Chat)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GET /api/v1/api-keys (Credentials List)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POST /api/v1/knowledge/upload (RAG Upload)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/ TypeScript Streaming Client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24028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response = await fetch("https://api.brainplug.ai/api/v1/chat", {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92240" y="247802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"POST",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271576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headers: {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92240" y="295351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"Content-Type": "application/json",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92240" y="319125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"Authorization": `Bearer ${process.env.BRAINPLUG_KEY}`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92240" y="342900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92240" y="366674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JSON.stringify({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92240" y="390448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agentId: "00000000-0000-0000-0000-000000000001",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414223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"Explain billing cycles"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92240" y="4379976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92240" y="4617720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92240" y="4855464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92240" y="5093208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reader = response.body.getReader();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92240" y="5330952"/>
            <a:ext cx="4663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Process incoming SSE token stream in real-time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&amp; AUDIT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Telemetry, Analytics &amp; Audit Trails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Full-spectrum operational observability tracking tokens, latency, cost, and user actions.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Token &amp; Cost Tracking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tracking of input tokens, output tokens, and total token count per request. Real-time cost estimator calculates exact expenditure based on active Gemini model token rate cards.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&amp; Performance Monitoring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end-to-end request latency (ms) for vector retrieval, Gemini TTFT, and final stream termination. Flags slow queries and anomalous response times across tenant workloads.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40233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8288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Trail Logging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237744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critical mutation (API key creation/revocation, document indexing, agent updates, role assignments) is immutably logged with actor userId, IP, and metadata.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0" y="4023360"/>
            <a:ext cx="3108960" cy="1737360"/>
          </a:xfrm>
          <a:prstGeom prst="roundRect">
            <a:avLst>
              <a:gd name="adj" fmla="val 526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1148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Telemetry Event: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eventType: "CHAT_SUCCESS",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inputTokens: 340,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outputTokens: 128,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latencyMs: 342,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cost: "$0.000045"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572000" y="41148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Percentiles: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p50: 310 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p90: 420 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p99: 680 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Success Rate: 99.94%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Uptime: 99.98%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29600" y="41148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 Log Record: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action: "API_KEY_REVOKED",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entity: "ApiKey",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actor: "usr_9f8a...",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ip: "192.168.1.10"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&amp; RESILIENCE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Benchmarks &amp; Edge-Case Hardening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high-concurrency production workloads with multi-layered fault tolerance.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256032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 / Pipeline Stage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Performance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 Baseline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06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Optimization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06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First Token (TTFT)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 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 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SSE direct streaming, zero intermediate buffering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Cosine Search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 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optimized JSON vector math indexing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 Chunking Rate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pages /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pages / 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worker queue with token sliding window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Widget Payload Size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25 KB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 KB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external dependencies, vanilla JS + Shadow DOM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Auth Validation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4 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In-memory timingSafeEqual &amp; SHA-256 caching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389120"/>
            <a:ext cx="10698480" cy="1645920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5262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Edge-Case Hardening Mechanisms: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" y="4800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 Admin Scoping Resilience: Seamless fallback handling empty tenant IDs without throwing 404.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14400" y="50932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 Overflow Protection: Automatically truncates long context windows to avoid exceeding Gemini limits.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14400" y="5385816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Corrupt Document Quarantine: Non-blocking error handling preserves healthy documents if one file fails.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14400" y="56784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Session Refresh: Silent refresh token rotation prevents mid-stream session dropouts.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Rationale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enterprise technologies selected for performance, maintainability, and zero vendor lock-in.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UI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331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• React 19 • Tailwind CSS • Lucide Icons • Recharts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Rationale: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6576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server components, instant route prefetching, zero layout shift, and clean data visualizations.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2860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331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 • Edge Handlers • Zod Validation • Nodemailer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Rationale: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0" y="36576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end-to-end contracts, high concurrency, seamless SSE streaming, and provider-agnostic SMTP.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474720" cy="43891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AI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228600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3317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• Prisma ORM • Google Gemini 2.0 • text-embedding-004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Rationale: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0" y="36576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ACID integrity, foreign key cascading, multi-model flexibility, and cost-effective embeddings.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754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VISION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4980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Summary &amp; Future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BrainPlug toward multimodal intelligence, voice streaming, and autonomous multi-agent swarms.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12064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Core Achievements Delivered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Turnkey Multi-Tenant SaaS: Complete client self-registration, workspace isolation, and super admin backoffice.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High-Precision RAG Engine: Multi-format parsing, 768-dim embeddings, and sub-20ms Cosine Similarity search.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Sub-400ms SSE Streaming: Seamless Gemini 2.0 Flash integration with real-time source citation badges.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448056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Production Security &amp; Cryptography: AES-256-GCM encryption, passwordless OTP, and timing-safe hash comparison.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521208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Enterprise CR Ticketing: Multi-tier customer relations ticketing with SMTP email notifications.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212080" cy="438912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Strategic Roadmap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[Q3 2026] Multimodal Vision RAG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66560" y="25146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Ingesting diagrams, tables, and product images into multimodal vector space.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3154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[Q4 2026] Real-Time Voice Streaming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66560" y="34290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WebRTC voice agents powered by Gemini Multimodal Live API.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92240" y="4069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[Q1 2027] Autonomous Multi-Agent Swarms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43434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agent teams with specialized roles (Sales, Support, Billing, Technical).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[Q2 2027] Enterprise Webhook Engine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66560" y="52578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event dispatchers for HubSpot, Salesforce, Slack, and Zendesk.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BrainPlug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BrainPlug - Enterprise Multi-Tenant AI Agent Platform</dc:title>
  <dc:subject>PptxGenJS Presentation</dc:subject>
  <dc:creator>BrainPlug Engineering Team</dc:creator>
  <cp:lastModifiedBy>BrainPlug Engineering Team</cp:lastModifiedBy>
  <cp:revision>1</cp:revision>
  <dcterms:created xsi:type="dcterms:W3CDTF">2026-09-05T07:37:02Z</dcterms:created>
  <dcterms:modified xsi:type="dcterms:W3CDTF">2026-09-05T07:37:02Z</dcterms:modified>
</cp:coreProperties>
</file>